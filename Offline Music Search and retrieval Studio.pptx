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14" r:id="rId2"/>
    <p:sldId id="322" r:id="rId3"/>
    <p:sldId id="323" r:id="rId4"/>
    <p:sldId id="266" r:id="rId5"/>
    <p:sldId id="341" r:id="rId6"/>
    <p:sldId id="342" r:id="rId7"/>
    <p:sldId id="343" r:id="rId8"/>
    <p:sldId id="344" r:id="rId9"/>
    <p:sldId id="345" r:id="rId10"/>
    <p:sldId id="349" r:id="rId11"/>
    <p:sldId id="340" r:id="rId12"/>
    <p:sldId id="347" r:id="rId13"/>
    <p:sldId id="348" r:id="rId14"/>
    <p:sldId id="33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272C8-4CC5-4153-2E64-645002D33F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26624B-A6EF-244A-EC12-406E690DC1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7269C-4423-E9B8-C71B-33836EDE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9FCB4-9539-4BCC-8B7B-E1F5F944AD57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3AEF5-6A42-3242-8808-06AE87FD4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945FB1-B0FE-C2FE-4F13-566D07757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B57FA-5EAC-401B-AA32-14F4A2F8FD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5176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EBCF1-3E71-C5AE-2BB9-D8E252AC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C1AB0-BA96-43F8-2F69-DA4D1C2A3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FE62E1-5D96-4F66-B2E5-35409C8A9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9FCB4-9539-4BCC-8B7B-E1F5F944AD57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E8B26-D02F-8853-6ED2-404DCFCF2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050962-634A-1A3D-4D4A-001BFF17F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B57FA-5EAC-401B-AA32-14F4A2F8FD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1942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4C7D1-EF8F-5712-1068-02C6044E6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A1C5C4-779E-C2DF-25AE-306B67636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1AD3E0-BB50-96AF-5061-255DB8110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9FCB4-9539-4BCC-8B7B-E1F5F944AD57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411D2A-4478-720D-F8A5-44310FFA3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3DED39-0136-98BE-F787-5E47AB98E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B57FA-5EAC-401B-AA32-14F4A2F8FD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4193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D1E6C-A867-C5F2-0C92-C11CB969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2A555-F5F1-6D5C-52D7-A2BDCB49B9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7D4D6C-86FC-5576-1646-CF1642DE60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D963E1-3263-ADB6-F039-0CDA13FAF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9FCB4-9539-4BCC-8B7B-E1F5F944AD57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5CA2EC-F871-0A18-8470-BBF1A97F4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125016-926D-0EEC-54E2-61DC4B804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B57FA-5EAC-401B-AA32-14F4A2F8FD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8401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D8784-4DFA-9771-A37A-A0A92E957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908FC7-CBEF-6C39-4A9B-845FF0E86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27957E-4C6A-3EBB-B338-4F8AA3988B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9BE90D-A1F4-1714-D964-9FAB498F1A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CA6452-3FAE-DF51-FACA-8BB388C7BA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868C4D-6135-B42E-9B01-B61775F2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9FCB4-9539-4BCC-8B7B-E1F5F944AD57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4D409A-8557-B1F3-E8CC-B4D3A73E8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B03EA7-F30D-DEC4-2FA5-2FB700870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B57FA-5EAC-401B-AA32-14F4A2F8FD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1721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92359-5BE9-1E0A-4962-27A41EDCE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40DE17-7F53-A45C-B046-CB556C6B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9FCB4-9539-4BCC-8B7B-E1F5F944AD57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484BC2-3026-1C47-470A-85FFA4BF8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99D206-F9E0-7CE2-66E0-CCDA47775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B57FA-5EAC-401B-AA32-14F4A2F8FD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9227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C0C9EC-A267-32E3-8995-72DD9F168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9FCB4-9539-4BCC-8B7B-E1F5F944AD57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F35196-A46C-3368-3137-57436245C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6D5862-2970-1B38-C13C-8568C7A6B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B57FA-5EAC-401B-AA32-14F4A2F8FD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8537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E3B88-7F2D-8B90-D9D7-F810C5560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1DE59-36E6-353B-AD46-42EB1E3F6B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F9FE2E-27EF-58F7-678F-4593000EE0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EE32CC-5B71-08EC-8548-A9130E942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9FCB4-9539-4BCC-8B7B-E1F5F944AD57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4B7B-0AF5-0BA7-22CB-948000E35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B3019-E8E9-F2BC-81A7-9708021C5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B57FA-5EAC-401B-AA32-14F4A2F8FD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1918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3C6F7-DAA5-C032-3EB4-9869BA920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EB8A95-A669-6414-298A-59B0988CA6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D5B84-3FB1-8D19-79CF-8D2C6E94E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D5D82D-2425-8361-DA3A-CD37982B0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9FCB4-9539-4BCC-8B7B-E1F5F944AD57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F648F-80DC-1970-C6BB-7A122A5D7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7D9BB-61EC-F28B-310F-43DAA2349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B57FA-5EAC-401B-AA32-14F4A2F8FD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4606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1D2C2-AABD-6B0C-8901-0CF5CB143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174EDE-8F7A-1FDC-C70D-8BF7363599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21630-6FE4-AD7C-3D7E-3E778B707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9FCB4-9539-4BCC-8B7B-E1F5F944AD57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69EF5-A119-24E0-F656-603215C3A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071BE-37F9-3D72-1C0F-2411AB577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B57FA-5EAC-401B-AA32-14F4A2F8FD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89661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93BE76-6AA2-7306-C19D-44D88F30AD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BCA98E-29F3-C168-09D6-E16900EB4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CE9A8-18FE-1073-5D49-5FD33F85E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9FCB4-9539-4BCC-8B7B-E1F5F944AD57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8F0E5F-2D07-8E27-72A1-CA06FA983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3B143-83F7-93B9-F88F-9317D7604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9B57FA-5EAC-401B-AA32-14F4A2F8FD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067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70A9BA-F3F9-E77B-04F0-DEF60443A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D87F6-193F-027D-C816-263E24D655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E1E514-B881-4EDF-08F9-59C9B6A5A5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9FCB4-9539-4BCC-8B7B-E1F5F944AD57}" type="datetimeFigureOut">
              <a:rPr lang="en-IN" smtClean="0"/>
              <a:t>12-03-2026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2DFC8-1855-BCDE-3332-A7253AE0F8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F1A0E-4838-E3BE-35D1-036304B4B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9B57FA-5EAC-401B-AA32-14F4A2F8FD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9248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057" y="136525"/>
            <a:ext cx="11543614" cy="1128381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Title: Offline Music Search and </a:t>
            </a:r>
            <a:r>
              <a:rPr lang="en-US" sz="240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retrieval Studio</a:t>
            </a:r>
            <a:endParaRPr lang="en-US" sz="2400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E0CE-45A1-A1FF-31F4-66CECAEF30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0130"/>
            <a:ext cx="10515600" cy="109755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9600" dirty="0"/>
              <a:t>Student Name: VSB Sujit</a:t>
            </a:r>
          </a:p>
          <a:p>
            <a:pPr marL="0" indent="0" algn="ctr">
              <a:buNone/>
            </a:pPr>
            <a:r>
              <a:rPr lang="en-US" sz="9600" dirty="0"/>
              <a:t>Student ID: 2520090085</a:t>
            </a:r>
            <a:endParaRPr lang="en-US" sz="2400" dirty="0"/>
          </a:p>
          <a:p>
            <a:pPr marL="0" indent="0" algn="ctr">
              <a:buNone/>
            </a:pPr>
            <a:r>
              <a:rPr lang="en-US" sz="11200" dirty="0"/>
              <a:t>Cluster:2</a:t>
            </a:r>
          </a:p>
          <a:p>
            <a:pPr marL="0" indent="0" algn="ctr">
              <a:buNone/>
            </a:pPr>
            <a:r>
              <a:rPr lang="en-US" sz="11200" dirty="0"/>
              <a:t>Section: 6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BCEED-36AB-D94A-B562-4D3E096B39D1}" type="datetime1">
              <a:rPr lang="en-IN" smtClean="0"/>
              <a:t>12-03-2026</a:t>
            </a:fld>
            <a:endParaRPr lang="en-US"/>
          </a:p>
        </p:txBody>
      </p:sp>
      <p:pic>
        <p:nvPicPr>
          <p:cNvPr id="12" name="Picture 11" descr="A picture containing shape&#10;&#10;Description automatically generated">
            <a:extLst>
              <a:ext uri="{FF2B5EF4-FFF2-40B4-BE49-F238E27FC236}">
                <a16:creationId xmlns:a16="http://schemas.microsoft.com/office/drawing/2014/main" id="{22EBCDF0-8C0C-C908-85EA-FD8A72825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361" y="5015918"/>
            <a:ext cx="1725712" cy="930978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F9DE7D0-41AC-90DD-3065-235240261B1B}"/>
              </a:ext>
            </a:extLst>
          </p:cNvPr>
          <p:cNvSpPr txBox="1">
            <a:spLocks/>
          </p:cNvSpPr>
          <p:nvPr/>
        </p:nvSpPr>
        <p:spPr>
          <a:xfrm>
            <a:off x="838200" y="3332480"/>
            <a:ext cx="11199471" cy="15719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0" dirty="0"/>
              <a:t>Under the Guidance </a:t>
            </a:r>
          </a:p>
          <a:p>
            <a:pPr marL="0" indent="0" algn="ctr">
              <a:buNone/>
            </a:pPr>
            <a:r>
              <a:rPr lang="en-US" sz="8600" dirty="0"/>
              <a:t>of 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Supervisor Name: Dr Y Ashok 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Assistant Professor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Department of CS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C03D2-3952-BF4D-18CA-C2C8547E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016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OUTLINE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6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Abstract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Existing System 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Proposed System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System Architecture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Project Modules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Objectives 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FWD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DSA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Screen Shots for FWD &amp; DSA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Conclusion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Geo-Tagged Photos</a:t>
            </a:r>
          </a:p>
          <a:p>
            <a:pPr marL="514350" indent="-514350">
              <a:buFont typeface="+mj-lt"/>
              <a:buAutoNum type="arabicPeriod"/>
            </a:pPr>
            <a:endParaRPr lang="en-IN" dirty="0"/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81120-93CB-BF4D-9125-DC4781C9106A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39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Abstract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Offline Music Search and Retrieval Studio (OMSR) designed to manage and retrieve music efficiently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Provides a platform to organize and manage offline music playlists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Built using HTML, CSS and JavaScript for the user interface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Allows users to add and manage songs in playlists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Implements search and sorting operations for songs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Uses Java console implementation to demonstrate DSA concepts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Demonstrates application of linked lists, stacks, queues, hashing and heaps</a:t>
            </a:r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3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Existing System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-339725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Traditional music players rely heavily on internet connectivity</a:t>
            </a:r>
          </a:p>
          <a:p>
            <a:pPr marL="0" indent="-339725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Limited demonstration of algorithmic structures in music systems</a:t>
            </a:r>
          </a:p>
          <a:p>
            <a:pPr marL="0" indent="-339725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Searching songs in large collections is inefficient</a:t>
            </a:r>
          </a:p>
          <a:p>
            <a:pPr marL="0" indent="-339725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Playlist organization is often unstructured</a:t>
            </a:r>
          </a:p>
          <a:p>
            <a:pPr marL="0" indent="-339725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Lack of educational demonstration of data structures</a:t>
            </a:r>
          </a:p>
          <a:p>
            <a:pPr marL="0" indent="-339725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B9F02-6AB8-A348-9013-8FCBB8174821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83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E7308-1D11-0801-FB87-8CFF8CD9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AE696E-C5CB-1479-F98C-F7C2D0B7B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Proposed System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9135224-75FA-6942-7E71-50A315519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Offline music management system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Allows users to manage songs in playlists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Provides search functionality for quick song retrieval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Implements sorting algorithms for organizing songs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Demonstrates data structures through console operations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Helps understand real-world applications of DSA concepts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95472-1444-D525-21F0-49779A03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105F9-7400-1835-C4B4-B38C94DE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399E1-BA43-10D5-C92A-C058676C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848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A1740-4A22-BB35-FC5B-E9B781495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17383E4-A635-5D2C-0BA9-6A9D4A50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120771"/>
            <a:ext cx="10173182" cy="957531"/>
          </a:xfrm>
        </p:spPr>
        <p:txBody>
          <a:bodyPr/>
          <a:lstStyle/>
          <a:p>
            <a:pPr algn="ctr"/>
            <a:r>
              <a:rPr lang="en-US" b="1" dirty="0"/>
              <a:t>System Architecture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D3843-97BD-682A-B84E-8FDB1825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237BD-B76F-738D-5648-B271AAD5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2409B-FFAD-25CD-834C-0C2CA4A7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52062D1-552F-A99A-7E35-BA0B9F7D52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95252" y="884466"/>
            <a:ext cx="4994787" cy="5660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1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3485-1CDC-6A29-86F1-EC5F9BB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F8E0586-CE85-480D-585E-FCD3C344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Project Modules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890F206-B37F-761D-F471-0BF91F889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6106"/>
            <a:ext cx="10515600" cy="4770857"/>
          </a:xfrm>
        </p:spPr>
        <p:txBody>
          <a:bodyPr>
            <a:normAutofit fontScale="92500" lnSpcReduction="10000"/>
          </a:bodyPr>
          <a:lstStyle/>
          <a:p>
            <a:r>
              <a:rPr lang="en-IN" dirty="0"/>
              <a:t>Module 1 – User Interface Module</a:t>
            </a:r>
            <a:br>
              <a:rPr lang="en-IN" dirty="0"/>
            </a:br>
            <a:r>
              <a:rPr lang="en-IN" dirty="0"/>
              <a:t>• HTML interface for music player and playlist display</a:t>
            </a:r>
          </a:p>
          <a:p>
            <a:r>
              <a:rPr lang="en-IN" dirty="0"/>
              <a:t>Module 2 – Playlist Management Module</a:t>
            </a:r>
            <a:br>
              <a:rPr lang="en-IN" dirty="0"/>
            </a:br>
            <a:r>
              <a:rPr lang="en-IN" dirty="0"/>
              <a:t>• Add, remove and display songs in playlist</a:t>
            </a:r>
          </a:p>
          <a:p>
            <a:r>
              <a:rPr lang="en-IN" dirty="0"/>
              <a:t>Module 3 – Search Module</a:t>
            </a:r>
            <a:br>
              <a:rPr lang="en-IN" dirty="0"/>
            </a:br>
            <a:r>
              <a:rPr lang="en-IN" dirty="0"/>
              <a:t>• Implements search functionality for songs</a:t>
            </a:r>
          </a:p>
          <a:p>
            <a:r>
              <a:rPr lang="en-IN" dirty="0"/>
              <a:t>Module 4 – Sorting Module</a:t>
            </a:r>
            <a:br>
              <a:rPr lang="en-IN" dirty="0"/>
            </a:br>
            <a:r>
              <a:rPr lang="en-IN" dirty="0"/>
              <a:t>• Organizes songs using different sorting algorithms</a:t>
            </a:r>
          </a:p>
          <a:p>
            <a:r>
              <a:rPr lang="en-IN" dirty="0"/>
              <a:t>Module 5 – Playback Control Module</a:t>
            </a:r>
            <a:br>
              <a:rPr lang="en-IN" dirty="0"/>
            </a:br>
            <a:r>
              <a:rPr lang="en-IN" dirty="0"/>
              <a:t>• Handles next, previous and play operations</a:t>
            </a:r>
          </a:p>
          <a:p>
            <a:r>
              <a:rPr lang="en-IN" dirty="0"/>
              <a:t>Module 6 – Data Structure Module</a:t>
            </a:r>
            <a:br>
              <a:rPr lang="en-IN" dirty="0"/>
            </a:br>
            <a:r>
              <a:rPr lang="en-IN" dirty="0"/>
              <a:t>• Implements stacks, queues, heaps and linked lists</a:t>
            </a:r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F571-AABB-DBF0-2720-7F01DFDD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F6678-7BBF-2FBC-8619-C887BD26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5A9859-4671-FF5D-1356-4CDA5C5CD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65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73125-DE57-89FD-81B9-AA8B783FC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87EB9E5-2196-BA25-5BC0-0ADC2050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Objectives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C44B8-E8B6-5D9D-90FF-ECD825D72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Develop an offline music management system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Demonstrate practical implementation of DSA concepts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Implement efficient search and sorting algorithms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Organize playlists using appropriate data structures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Improve efficiency of music retrieval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Demonstrate real-world use of algorithms</a:t>
            </a:r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B0D62-5A39-5424-9CF6-9A5122E0D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45F34-84C7-08FE-3B8E-621019BE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40D6-1BC6-8947-EA26-62259BD2C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985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49560-5402-A083-5191-CC2F2336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3A50108-EF3B-F9BF-CB25-7C4C67A41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Co’s Attainments - DSA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522056-F59C-1B42-49A0-93A98BF1BC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N" dirty="0"/>
              <a:t>CO1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09E9A4-38A6-DE58-EADB-F4FFD8E9CEF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CO2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D0E4ED-DE37-6D8E-7EB1-1F0F05E37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C038D-A939-9973-E752-364BB70EE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405E86-07D8-1D4D-F1FC-CF736B5F39EB}"/>
              </a:ext>
            </a:extLst>
          </p:cNvPr>
          <p:cNvSpPr txBox="1"/>
          <p:nvPr/>
        </p:nvSpPr>
        <p:spPr>
          <a:xfrm>
            <a:off x="148375" y="2791421"/>
            <a:ext cx="5605444" cy="2554545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Search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locate songs by title, artist, or genre.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Search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efficient song lookup in sorted arrays.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of search performance by counting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comparisons during search operations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Understanding algorithm efficiency and time complexity in searching tasks.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66D084-CBD2-CBB1-BFBE-DC9D96F2A561}"/>
              </a:ext>
            </a:extLst>
          </p:cNvPr>
          <p:cNvSpPr txBox="1"/>
          <p:nvPr/>
        </p:nvSpPr>
        <p:spPr>
          <a:xfrm>
            <a:off x="6019800" y="2760643"/>
            <a:ext cx="564311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Bubble Sort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sort songs by title.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Implementation of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Insertion Sort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organize songs by artist name.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Merge Sort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rank songs based on rating.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Quick Sort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order songs based on play count.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Measurement of sorting performance using execution time calculations</a:t>
            </a:r>
          </a:p>
        </p:txBody>
      </p:sp>
    </p:spTree>
    <p:extLst>
      <p:ext uri="{BB962C8B-B14F-4D97-AF65-F5344CB8AC3E}">
        <p14:creationId xmlns:p14="http://schemas.microsoft.com/office/powerpoint/2010/main" val="1906946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71B48-23CA-6AC5-91A2-E15268487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039" y="335628"/>
            <a:ext cx="10515600" cy="1325563"/>
          </a:xfrm>
        </p:spPr>
        <p:txBody>
          <a:bodyPr/>
          <a:lstStyle/>
          <a:p>
            <a:r>
              <a:rPr lang="en-US" b="1" dirty="0"/>
              <a:t>Co’s Attainments - DSA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E8789-61D5-47FE-4FC1-A1DE423BB4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1"/>
            <a:r>
              <a:rPr lang="en-IN" dirty="0"/>
              <a:t>CO3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F106B2-19C0-7F58-FB8F-887C11388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D6649-7156-A341-B9F2-F045B7551E13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CE300-59DD-95FD-E9DE-925BF3010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5B454A-63E3-8DD6-24C3-63505B021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B47165-0875-C2E9-6D23-FF51962372A3}"/>
              </a:ext>
            </a:extLst>
          </p:cNvPr>
          <p:cNvSpPr txBox="1"/>
          <p:nvPr/>
        </p:nvSpPr>
        <p:spPr>
          <a:xfrm>
            <a:off x="260949" y="2483644"/>
            <a:ext cx="609456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Implementation of </a:t>
            </a:r>
            <a:r>
              <a:rPr lang="en-US" b="1" dirty="0"/>
              <a:t>Doubly Linked List</a:t>
            </a:r>
            <a:r>
              <a:rPr lang="en-US" dirty="0"/>
              <a:t> to manage playlists.</a:t>
            </a:r>
            <a:br>
              <a:rPr lang="en-US" dirty="0"/>
            </a:br>
            <a:r>
              <a:rPr lang="en-US" dirty="0"/>
              <a:t>Efficient insertion, deletion, and traversal of songs in playlists.</a:t>
            </a:r>
            <a:br>
              <a:rPr lang="en-US" dirty="0"/>
            </a:br>
            <a:r>
              <a:rPr lang="en-US" dirty="0"/>
              <a:t>Navigation between songs using </a:t>
            </a:r>
            <a:r>
              <a:rPr lang="en-US" b="1" dirty="0"/>
              <a:t>previous and next node pointers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Implementation of </a:t>
            </a:r>
            <a:r>
              <a:rPr lang="en-US" b="1" dirty="0"/>
              <a:t>Stack data structure</a:t>
            </a:r>
            <a:r>
              <a:rPr lang="en-US" dirty="0"/>
              <a:t> to maintain playback history.</a:t>
            </a:r>
            <a:br>
              <a:rPr lang="en-US" dirty="0"/>
            </a:br>
            <a:r>
              <a:rPr lang="en-US" dirty="0"/>
              <a:t> Application of stack algorithms such as </a:t>
            </a:r>
            <a:r>
              <a:rPr lang="en-US" b="1" dirty="0"/>
              <a:t>Infix to Postfix conversion, Postfix evaluation, and bracket balancing</a:t>
            </a:r>
            <a:r>
              <a:rPr lang="en-US" dirty="0"/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A4AA9A8C-8719-FFA3-FBD5-0DF36CC976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9962" y="1435510"/>
            <a:ext cx="5120148" cy="3726426"/>
          </a:xfrm>
        </p:spPr>
        <p:txBody>
          <a:bodyPr>
            <a:normAutofit/>
          </a:bodyPr>
          <a:lstStyle/>
          <a:p>
            <a:r>
              <a:rPr lang="en-US" sz="2000" dirty="0"/>
              <a:t> CO4</a:t>
            </a:r>
          </a:p>
          <a:p>
            <a:endParaRPr lang="en-US" sz="2000" dirty="0"/>
          </a:p>
          <a:p>
            <a:r>
              <a:rPr lang="en-US" sz="2000" dirty="0"/>
              <a:t>Implementation of </a:t>
            </a:r>
            <a:r>
              <a:rPr lang="en-US" sz="2000" b="1" dirty="0"/>
              <a:t>Circular Queue</a:t>
            </a:r>
            <a:r>
              <a:rPr lang="en-US" sz="2000" dirty="0"/>
              <a:t> to manage upcoming songs.</a:t>
            </a:r>
            <a:br>
              <a:rPr lang="en-US" sz="2000" dirty="0"/>
            </a:br>
            <a:r>
              <a:rPr lang="en-US" sz="2000" dirty="0"/>
              <a:t>Implementation of </a:t>
            </a:r>
            <a:r>
              <a:rPr lang="en-US" sz="2000" b="1" dirty="0"/>
              <a:t>Binary Heap (Priority Queue)</a:t>
            </a:r>
            <a:r>
              <a:rPr lang="en-US" sz="2000" dirty="0"/>
              <a:t> to generate song recommendations.</a:t>
            </a:r>
            <a:br>
              <a:rPr lang="en-US" sz="2000" dirty="0"/>
            </a:br>
            <a:r>
              <a:rPr lang="en-US" sz="2000" dirty="0"/>
              <a:t>Implementation of </a:t>
            </a:r>
            <a:r>
              <a:rPr lang="en-US" sz="2000" b="1" dirty="0"/>
              <a:t>Hash Table with separate chaining</a:t>
            </a:r>
            <a:r>
              <a:rPr lang="en-US" sz="2000" dirty="0"/>
              <a:t> for fast song lookup.</a:t>
            </a:r>
            <a:br>
              <a:rPr lang="en-US" sz="2000" dirty="0"/>
            </a:br>
            <a:r>
              <a:rPr lang="en-US" sz="2000" dirty="0"/>
              <a:t>Efficient key-based search of songs using hashing techniques.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925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23D68-D41B-9825-3931-B79590C7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 for FWD &amp; DSA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1F7C8A3B-B2F7-A3C0-88FB-FEE717DFB5C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11841" y="1777432"/>
            <a:ext cx="5181600" cy="1815517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63D1B-E2DB-29C3-BA63-FF21B16E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14CB5-AB44-10F9-E8AF-4658C6595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D5113-7B1F-AF02-CDA9-5B3AB95B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953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63A63-E30E-0694-B089-838C7E38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E8F526A-5F54-0308-7336-A6E08160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Conclusion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56E9376-CB4B-895B-7B5C-D2F5AAED74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Developed an offline music search and retrieval system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Implemented frontend interface using HTML, CSS and JavaScript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Demonstrated multiple DSA concepts through console implementation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Improved organization and retrieval of music playlists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Shows practical application of algorithms and data structures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84C9A-73D1-DA76-6E0C-91C24CB83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1726C-C351-8876-43C7-C9B8807E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4E02D-0287-0F0D-A891-AE869E4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12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8258-F0F3-1EE4-1AB3-DB04AD6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961B8-8709-0718-F6D3-9D07622F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Geo- Tag Photos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635AC03-4335-8F67-8730-B2EC093A4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38302" y="1825625"/>
            <a:ext cx="2915396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8EAAE-4073-261B-4850-9857C07D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12-03-2026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A2172-0EFE-3ADA-47FA-029EF21A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9B8A7-6131-D012-7DA4-A9F36B2B1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71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dirty="0"/>
              <a:t>THANK YOU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276-EBF6-BB4A-A6C6-114A8D55B891}" type="datetime1">
              <a:rPr lang="en-IN" smtClean="0"/>
              <a:t>12-03-2026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752</Words>
  <Application>Microsoft Office PowerPoint</Application>
  <PresentationFormat>Widescreen</PresentationFormat>
  <Paragraphs>120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Times New Roman</vt:lpstr>
      <vt:lpstr>Office Theme</vt:lpstr>
      <vt:lpstr>Title: Offline Music Search and retrieval Studio</vt:lpstr>
      <vt:lpstr>OUTLINE</vt:lpstr>
      <vt:lpstr>Abstract</vt:lpstr>
      <vt:lpstr>Existing System </vt:lpstr>
      <vt:lpstr>Proposed System</vt:lpstr>
      <vt:lpstr>System Architecture</vt:lpstr>
      <vt:lpstr>Project Modules</vt:lpstr>
      <vt:lpstr>Objectives</vt:lpstr>
      <vt:lpstr>Co’s Attainments - DSA</vt:lpstr>
      <vt:lpstr>Co’s Attainments - DSA</vt:lpstr>
      <vt:lpstr>Screenshots for FWD &amp; DSA</vt:lpstr>
      <vt:lpstr>Conclusion</vt:lpstr>
      <vt:lpstr>Geo- Tag Photos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Sujit Vakkalanka</dc:creator>
  <cp:lastModifiedBy>Sujit Vakkalanka</cp:lastModifiedBy>
  <cp:revision>3</cp:revision>
  <dcterms:created xsi:type="dcterms:W3CDTF">2026-03-10T08:00:10Z</dcterms:created>
  <dcterms:modified xsi:type="dcterms:W3CDTF">2026-03-12T03:26:33Z</dcterms:modified>
</cp:coreProperties>
</file>