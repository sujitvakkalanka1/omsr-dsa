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4" r:id="rId2"/>
    <p:sldId id="322" r:id="rId3"/>
    <p:sldId id="323" r:id="rId4"/>
    <p:sldId id="266" r:id="rId5"/>
    <p:sldId id="341" r:id="rId6"/>
    <p:sldId id="342" r:id="rId7"/>
    <p:sldId id="343" r:id="rId8"/>
    <p:sldId id="344" r:id="rId9"/>
    <p:sldId id="345" r:id="rId10"/>
    <p:sldId id="349" r:id="rId11"/>
    <p:sldId id="340" r:id="rId12"/>
    <p:sldId id="347" r:id="rId13"/>
    <p:sldId id="350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984E2-F8A6-4811-9AD1-4B66BD1CF399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4625B-191C-4BAF-980E-BE0B3D7ACE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4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34625B-191C-4BAF-980E-BE0B3D7ACE2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03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72C8-4CC5-4153-2E64-645002D33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6624B-A6EF-244A-EC12-406E690DC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7269C-4423-E9B8-C71B-33836ED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3AEF5-6A42-3242-8808-06AE87FD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5FB1-B0FE-C2FE-4F13-566D0775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7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BCF1-3E71-C5AE-2BB9-D8E252AC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1AB0-BA96-43F8-2F69-DA4D1C2A3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E62E1-5D96-4F66-B2E5-35409C8A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E8B26-D02F-8853-6ED2-404DCFCF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50962-634A-1A3D-4D4A-001BFF17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4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C7D1-EF8F-5712-1068-02C6044E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1C5C4-779E-C2DF-25AE-306B67636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AD3E0-BB50-96AF-5061-255DB811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11D2A-4478-720D-F8A5-44310FFA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DED39-0136-98BE-F787-5E47AB98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9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1E6C-A867-C5F2-0C92-C11CB969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2A555-F5F1-6D5C-52D7-A2BDCB49B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D4D6C-86FC-5576-1646-CF1642DE6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963E1-3263-ADB6-F039-0CDA13FA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CA2EC-F871-0A18-8470-BBF1A97F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25016-926D-0EEC-54E2-61DC4B80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0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8784-4DFA-9771-A37A-A0A92E95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08FC7-CBEF-6C39-4A9B-845FF0E86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7957E-4C6A-3EBB-B338-4F8AA3988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BE90D-A1F4-1714-D964-9FAB498F1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A6452-3FAE-DF51-FACA-8BB388C7B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68C4D-6135-B42E-9B01-B61775F2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D409A-8557-B1F3-E8CC-B4D3A73E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03EA7-F30D-DEC4-2FA5-2FB70087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2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2359-5BE9-1E0A-4962-27A41EDC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0DE17-7F53-A45C-B046-CB556C6B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84BC2-3026-1C47-470A-85FFA4BF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9D206-F9E0-7CE2-66E0-CCDA4777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2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0C9EC-A267-32E3-8995-72DD9F16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35196-A46C-3368-3137-57436245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5862-2970-1B38-C13C-8568C7A6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53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3B88-7F2D-8B90-D9D7-F810C556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1DE59-36E6-353B-AD46-42EB1E3F6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9FE2E-27EF-58F7-678F-4593000EE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32CC-5B71-08EC-8548-A9130E94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4B7B-0AF5-0BA7-22CB-948000E3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B3019-E8E9-F2BC-81A7-9708021C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1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C6F7-DAA5-C032-3EB4-9869BA92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B8A95-A669-6414-298A-59B0988CA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D5B84-3FB1-8D19-79CF-8D2C6E94E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5D82D-2425-8361-DA3A-CD37982B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F648F-80DC-1970-C6BB-7A122A5D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7D9BB-61EC-F28B-310F-43DAA234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60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D2C2-AABD-6B0C-8901-0CF5CB14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74EDE-8F7A-1FDC-C70D-8BF736359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21630-6FE4-AD7C-3D7E-3E778B70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9EF5-A119-24E0-F656-603215C3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071BE-37F9-3D72-1C0F-2411AB57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966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3BE76-6AA2-7306-C19D-44D88F30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CA98E-29F3-C168-09D6-E16900EB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E9A8-18FE-1073-5D49-5FD33F85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F0E5F-2D07-8E27-72A1-CA06FA98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B143-83F7-93B9-F88F-9317D760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0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70A9BA-F3F9-E77B-04F0-DEF60443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D87F6-193F-027D-C816-263E24D65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E514-B881-4EDF-08F9-59C9B6A5A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9FCB4-9539-4BCC-8B7B-E1F5F944AD57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2DFC8-1855-BCDE-3332-A7253AE0F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F1A0E-4838-E3BE-35D1-036304B4B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B57FA-5EAC-401B-AA32-14F4A2F8F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24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Offline Music Search and </a:t>
            </a:r>
            <a:r>
              <a:rPr lang="en-US" sz="240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retrieval Studio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VSB Sujit</a:t>
            </a:r>
          </a:p>
          <a:p>
            <a:pPr marL="0" indent="0" algn="ctr">
              <a:buNone/>
            </a:pPr>
            <a:r>
              <a:rPr lang="en-US" sz="9600" dirty="0"/>
              <a:t>Student ID: 2520090085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Cluster:2</a:t>
            </a:r>
          </a:p>
          <a:p>
            <a:pPr marL="0" indent="0" algn="ctr">
              <a:buNone/>
            </a:pPr>
            <a:r>
              <a:rPr lang="en-US" sz="11200" dirty="0"/>
              <a:t>Section: 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Dr Y Ashok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Music Search and Retrieval Studio (OMSR) designed to manage and retrieve music efficiently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 platform to organize and manage offline music playlists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using HTML, CSS and JavaScript for the user interface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users to add and manage songs in playlists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Implements search and sorting operations for songs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Java console implementation to demonstrate DSA concepts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application of linked lists, stacks, queues, hashing and heaps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339725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music players rely heavily on internet connectivity</a:t>
            </a:r>
          </a:p>
          <a:p>
            <a:pPr marL="0" indent="-339725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demonstration of algorithmic structures in music systems</a:t>
            </a:r>
          </a:p>
          <a:p>
            <a:pPr marL="0" indent="-339725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Searching songs in large collections is inefficient</a:t>
            </a:r>
          </a:p>
          <a:p>
            <a:pPr marL="0" indent="-339725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Playlist organization is often unstructured</a:t>
            </a:r>
          </a:p>
          <a:p>
            <a:pPr marL="0" indent="-339725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educational demonstration of data structures</a:t>
            </a:r>
          </a:p>
          <a:p>
            <a:pPr marL="0" indent="-339725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Offline music management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manage songs in playlists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search functionality for quick song retrieval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sorting algorithms for organizing songs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data structures through console operations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understand real-world applications of DSA concepts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120771"/>
            <a:ext cx="10173182" cy="957531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52062D1-552F-A99A-7E35-BA0B9F7D5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5252" y="884466"/>
            <a:ext cx="4994787" cy="56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106"/>
            <a:ext cx="10515600" cy="477085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Module 1 – User Interface Module</a:t>
            </a:r>
            <a:br>
              <a:rPr lang="en-IN" dirty="0"/>
            </a:br>
            <a:r>
              <a:rPr lang="en-IN" dirty="0"/>
              <a:t>• HTML interface for music player and playlist display</a:t>
            </a:r>
          </a:p>
          <a:p>
            <a:r>
              <a:rPr lang="en-IN" dirty="0"/>
              <a:t>Module 2 – Playlist Management Module</a:t>
            </a:r>
            <a:br>
              <a:rPr lang="en-IN" dirty="0"/>
            </a:br>
            <a:r>
              <a:rPr lang="en-IN" dirty="0"/>
              <a:t>• Add, remove and display songs in playlist</a:t>
            </a:r>
          </a:p>
          <a:p>
            <a:r>
              <a:rPr lang="en-IN" dirty="0"/>
              <a:t>Module 3 – Search Module</a:t>
            </a:r>
            <a:br>
              <a:rPr lang="en-IN" dirty="0"/>
            </a:br>
            <a:r>
              <a:rPr lang="en-IN" dirty="0"/>
              <a:t>• Implements search functionality for songs</a:t>
            </a:r>
          </a:p>
          <a:p>
            <a:r>
              <a:rPr lang="en-IN" dirty="0"/>
              <a:t>Module 4 – Sorting Module</a:t>
            </a:r>
            <a:br>
              <a:rPr lang="en-IN" dirty="0"/>
            </a:br>
            <a:r>
              <a:rPr lang="en-IN" dirty="0"/>
              <a:t>• Organizes songs using different sorting algorithms</a:t>
            </a:r>
          </a:p>
          <a:p>
            <a:r>
              <a:rPr lang="en-IN" dirty="0"/>
              <a:t>Module 5 – Playback Control Module</a:t>
            </a:r>
            <a:br>
              <a:rPr lang="en-IN" dirty="0"/>
            </a:br>
            <a:r>
              <a:rPr lang="en-IN" dirty="0"/>
              <a:t>• Handles next, previous and play operations</a:t>
            </a:r>
          </a:p>
          <a:p>
            <a:r>
              <a:rPr lang="en-IN" dirty="0"/>
              <a:t>Module 6 – Data Structure Module</a:t>
            </a:r>
            <a:br>
              <a:rPr lang="en-IN" dirty="0"/>
            </a:br>
            <a:r>
              <a:rPr lang="en-IN" dirty="0"/>
              <a:t>• Implements stacks, queues, heaps and linked lists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an offline music management system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practical implementation of DSA concepts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efficient search and sorting algorithms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Organize playlists using appropriate data structures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efficiency of music retrieval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real-world use of algorithms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522056-F59C-1B42-49A0-93A98BF1BC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CO1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9E9A4-38A6-DE58-EADB-F4FFD8E9CE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CO2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05E86-07D8-1D4D-F1FC-CF736B5F39EB}"/>
              </a:ext>
            </a:extLst>
          </p:cNvPr>
          <p:cNvSpPr txBox="1"/>
          <p:nvPr/>
        </p:nvSpPr>
        <p:spPr>
          <a:xfrm>
            <a:off x="236865" y="2791421"/>
            <a:ext cx="5605444" cy="255454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Linear Search to locate songs by title, artist, or genre.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Binary Search for efficient song lookup in sorted arrays.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search performance by counting comparisons during search operations.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algorithm efficiency and time complexity in searching tasks.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6D084-CBD2-CBB1-BFBE-DC9D96F2A561}"/>
              </a:ext>
            </a:extLst>
          </p:cNvPr>
          <p:cNvSpPr txBox="1"/>
          <p:nvPr/>
        </p:nvSpPr>
        <p:spPr>
          <a:xfrm>
            <a:off x="6019800" y="2760643"/>
            <a:ext cx="56431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Bubble Sort to sort songs by title.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Insertion Sort to organize songs by artist name.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Merge Sort to rank songs based on rating.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Quick Sort to order songs based on play count.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of sorting performance using execution time calculations</a:t>
            </a: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1B48-23CA-6AC5-91A2-E1526848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39" y="335628"/>
            <a:ext cx="10515600" cy="1325563"/>
          </a:xfrm>
        </p:spPr>
        <p:txBody>
          <a:bodyPr/>
          <a:lstStyle/>
          <a:p>
            <a:r>
              <a:rPr lang="en-US" b="1" dirty="0"/>
              <a:t>Co’s Attainments - DSA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8789-61D5-47FE-4FC1-A1DE423BB4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CO3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106B2-19C0-7F58-FB8F-887C1138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CE300-59DD-95FD-E9DE-925BF301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B454A-63E3-8DD6-24C3-63505B02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47165-0875-C2E9-6D23-FF51962372A3}"/>
              </a:ext>
            </a:extLst>
          </p:cNvPr>
          <p:cNvSpPr txBox="1"/>
          <p:nvPr/>
        </p:nvSpPr>
        <p:spPr>
          <a:xfrm>
            <a:off x="260949" y="2483644"/>
            <a:ext cx="6094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Implementation of Doubly Linked List to manage playlists.</a:t>
            </a:r>
            <a:br>
              <a:rPr lang="en-US" dirty="0"/>
            </a:br>
            <a:r>
              <a:rPr lang="en-US" dirty="0"/>
              <a:t>Efficient insertion, deletion, and traversal of songs in playlists.</a:t>
            </a:r>
            <a:br>
              <a:rPr lang="en-US" dirty="0"/>
            </a:br>
            <a:r>
              <a:rPr lang="en-US" dirty="0"/>
              <a:t>Navigation between songs using previous and next node pointers.</a:t>
            </a:r>
            <a:br>
              <a:rPr lang="en-US" dirty="0"/>
            </a:br>
            <a:r>
              <a:rPr lang="en-US" dirty="0"/>
              <a:t>Implementation of Stack data structure to maintain playback history.</a:t>
            </a:r>
            <a:br>
              <a:rPr lang="en-US" dirty="0"/>
            </a:br>
            <a:r>
              <a:rPr lang="en-US" dirty="0"/>
              <a:t> Application of stack algorithms such as Infix to Postfix conversion, Postfix evaluation, and bracket balancing.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4AA9A8C-8719-FFA3-FBD5-0DF36CC97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9962" y="1435510"/>
            <a:ext cx="5120148" cy="3726426"/>
          </a:xfrm>
        </p:spPr>
        <p:txBody>
          <a:bodyPr>
            <a:normAutofit/>
          </a:bodyPr>
          <a:lstStyle/>
          <a:p>
            <a:r>
              <a:rPr lang="en-US" sz="2000" dirty="0"/>
              <a:t> CO4</a:t>
            </a:r>
          </a:p>
          <a:p>
            <a:endParaRPr lang="en-US" sz="2000" dirty="0"/>
          </a:p>
          <a:p>
            <a:r>
              <a:rPr lang="en-US" sz="2000" dirty="0"/>
              <a:t>Implementation of Circular Queue to manage upcoming songs.</a:t>
            </a:r>
            <a:br>
              <a:rPr lang="en-US" sz="2000" dirty="0"/>
            </a:br>
            <a:r>
              <a:rPr lang="en-US" sz="2000" dirty="0"/>
              <a:t>Implementation of Binary Heap (Priority Queue</a:t>
            </a:r>
            <a:r>
              <a:rPr lang="en-US" sz="2000" b="1" dirty="0"/>
              <a:t>)</a:t>
            </a:r>
            <a:r>
              <a:rPr lang="en-US" sz="2000" dirty="0"/>
              <a:t> to generate song recommendations.</a:t>
            </a:r>
            <a:br>
              <a:rPr lang="en-US" sz="2000" dirty="0"/>
            </a:br>
            <a:r>
              <a:rPr lang="en-US" sz="2000" dirty="0"/>
              <a:t>Implementation of Hash Table with separate chaining for fast song lookup.</a:t>
            </a:r>
            <a:br>
              <a:rPr lang="en-US" sz="2000" dirty="0"/>
            </a:br>
            <a:r>
              <a:rPr lang="en-US" sz="2000" dirty="0"/>
              <a:t>Efficient key-based search of songs using hashing techniques.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2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F7C8A3B-B2F7-A3C0-88FB-FEE717DFB5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11841" y="1777432"/>
            <a:ext cx="5181600" cy="18155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Demonstrates practical implementation of Data Structures and Algorithms using a Java console application.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/>
              <a:t>Uses Doubly Linked List, Stack, Circular Queue, Hash Table, and Binary Heap for efficient music management.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Implements searching and sorting algorithms to organize and retrieve songs effectively.</a:t>
            </a:r>
          </a:p>
          <a:p>
            <a:r>
              <a:rPr lang="en-US" dirty="0"/>
              <a:t>Shows how DSA concepts can be applied to build an efficient offline music search and playlist management system.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6397-8C8E-56BA-FAC8-79C75DA1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088C8-2FB5-6CFB-5038-BE0A84CAD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a Graphical User Interface (GUI) for better user interaction.</a:t>
            </a:r>
          </a:p>
          <a:p>
            <a:r>
              <a:rPr lang="en-US" dirty="0"/>
              <a:t>Integrate a database to store songs and playlists permanently</a:t>
            </a:r>
          </a:p>
          <a:p>
            <a:r>
              <a:rPr lang="en-US" dirty="0"/>
              <a:t>Add audio playback support for playing songs directly within the application.</a:t>
            </a:r>
          </a:p>
          <a:p>
            <a:r>
              <a:rPr lang="en-IN" dirty="0"/>
              <a:t>E</a:t>
            </a:r>
            <a:r>
              <a:rPr lang="en-US" dirty="0" err="1"/>
              <a:t>xtend</a:t>
            </a:r>
            <a:r>
              <a:rPr lang="en-US" dirty="0"/>
              <a:t> the system to a web or mobile application for wider accessibility.</a:t>
            </a:r>
          </a:p>
          <a:p>
            <a:r>
              <a:rPr lang="en-IN" dirty="0"/>
              <a:t>Implement AI-based recommendation algorithms for smarter song suggestions.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29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635AC03-4335-8F67-8730-B2EC093A4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8302" y="1825625"/>
            <a:ext cx="291539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835</Words>
  <Application>Microsoft Office PowerPoint</Application>
  <PresentationFormat>Widescreen</PresentationFormat>
  <Paragraphs>126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Title: Offline Music Search and retrieval Studio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DSA</vt:lpstr>
      <vt:lpstr>Co’s Attainments - DSA</vt:lpstr>
      <vt:lpstr>Screenshots for FWD &amp; DSA</vt:lpstr>
      <vt:lpstr>Conclusion</vt:lpstr>
      <vt:lpstr>Future Enhancements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 Vakkalanka</dc:creator>
  <cp:lastModifiedBy>Sujit Vakkalanka</cp:lastModifiedBy>
  <cp:revision>4</cp:revision>
  <dcterms:created xsi:type="dcterms:W3CDTF">2026-03-10T08:00:10Z</dcterms:created>
  <dcterms:modified xsi:type="dcterms:W3CDTF">2026-03-12T05:00:07Z</dcterms:modified>
</cp:coreProperties>
</file>